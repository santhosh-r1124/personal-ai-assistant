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6" r:id="rId11"/>
    <p:sldId id="265" r:id="rId12"/>
  </p:sldIdLst>
  <p:sldSz cx="18288000" cy="10287000"/>
  <p:notesSz cx="6858000" cy="9144000"/>
  <p:embeddedFontLst>
    <p:embeddedFont>
      <p:font typeface="Libre Franklin Bold" panose="020B0604020202020204" charset="0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Playfair Display Bold" panose="020B0604020202020204" charset="0"/>
      <p:regular r:id="rId18"/>
    </p:embeddedFont>
    <p:embeddedFont>
      <p:font typeface="Source Serif Pro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CC4E7-69CD-46F5-8EE5-D7B4826DA7ED}" v="1" dt="2025-12-18T14:37:33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el Jacob" userId="5e8c01bdff9051d7" providerId="LiveId" clId="{1F249AB1-F0FF-4052-A076-D5FE06ACC740}"/>
    <pc:docChg chg="undo custSel modSld">
      <pc:chgData name="Noel Jacob" userId="5e8c01bdff9051d7" providerId="LiveId" clId="{1F249AB1-F0FF-4052-A076-D5FE06ACC740}" dt="2025-12-18T14:49:45.557" v="127" actId="255"/>
      <pc:docMkLst>
        <pc:docMk/>
      </pc:docMkLst>
      <pc:sldChg chg="modSp mod">
        <pc:chgData name="Noel Jacob" userId="5e8c01bdff9051d7" providerId="LiveId" clId="{1F249AB1-F0FF-4052-A076-D5FE06ACC740}" dt="2025-12-18T14:46:27.868" v="113" actId="14100"/>
        <pc:sldMkLst>
          <pc:docMk/>
          <pc:sldMk cId="0" sldId="256"/>
        </pc:sldMkLst>
        <pc:spChg chg="mod">
          <ac:chgData name="Noel Jacob" userId="5e8c01bdff9051d7" providerId="LiveId" clId="{1F249AB1-F0FF-4052-A076-D5FE06ACC740}" dt="2025-12-18T14:46:27.868" v="113" actId="14100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7:55.100" v="115" actId="255"/>
        <pc:sldMkLst>
          <pc:docMk/>
          <pc:sldMk cId="0" sldId="257"/>
        </pc:sldMkLst>
        <pc:spChg chg="mod">
          <ac:chgData name="Noel Jacob" userId="5e8c01bdff9051d7" providerId="LiveId" clId="{1F249AB1-F0FF-4052-A076-D5FE06ACC740}" dt="2025-12-18T14:47:55.100" v="115" actId="255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8:02.514" v="116" actId="255"/>
        <pc:sldMkLst>
          <pc:docMk/>
          <pc:sldMk cId="0" sldId="258"/>
        </pc:sldMkLst>
        <pc:spChg chg="mod">
          <ac:chgData name="Noel Jacob" userId="5e8c01bdff9051d7" providerId="LiveId" clId="{1F249AB1-F0FF-4052-A076-D5FE06ACC740}" dt="2025-12-18T14:48:02.514" v="116" actId="255"/>
          <ac:spMkLst>
            <pc:docMk/>
            <pc:sldMk cId="0" sldId="258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8:09.716" v="117" actId="255"/>
        <pc:sldMkLst>
          <pc:docMk/>
          <pc:sldMk cId="0" sldId="259"/>
        </pc:sldMkLst>
        <pc:spChg chg="mod">
          <ac:chgData name="Noel Jacob" userId="5e8c01bdff9051d7" providerId="LiveId" clId="{1F249AB1-F0FF-4052-A076-D5FE06ACC740}" dt="2025-12-18T14:48:09.716" v="117" actId="255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8:29.563" v="120" actId="14100"/>
        <pc:sldMkLst>
          <pc:docMk/>
          <pc:sldMk cId="0" sldId="260"/>
        </pc:sldMkLst>
        <pc:spChg chg="mod">
          <ac:chgData name="Noel Jacob" userId="5e8c01bdff9051d7" providerId="LiveId" clId="{1F249AB1-F0FF-4052-A076-D5FE06ACC740}" dt="2025-12-18T14:48:29.563" v="120" actId="14100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8:52.763" v="122" actId="255"/>
        <pc:sldMkLst>
          <pc:docMk/>
          <pc:sldMk cId="0" sldId="261"/>
        </pc:sldMkLst>
        <pc:spChg chg="mod">
          <ac:chgData name="Noel Jacob" userId="5e8c01bdff9051d7" providerId="LiveId" clId="{1F249AB1-F0FF-4052-A076-D5FE06ACC740}" dt="2025-12-18T14:48:52.763" v="122" actId="255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9:06.418" v="123" actId="255"/>
        <pc:sldMkLst>
          <pc:docMk/>
          <pc:sldMk cId="0" sldId="262"/>
        </pc:sldMkLst>
        <pc:spChg chg="mod">
          <ac:chgData name="Noel Jacob" userId="5e8c01bdff9051d7" providerId="LiveId" clId="{1F249AB1-F0FF-4052-A076-D5FE06ACC740}" dt="2025-12-18T14:49:06.418" v="123" actId="255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9:15.730" v="124" actId="255"/>
        <pc:sldMkLst>
          <pc:docMk/>
          <pc:sldMk cId="0" sldId="263"/>
        </pc:sldMkLst>
        <pc:spChg chg="mod">
          <ac:chgData name="Noel Jacob" userId="5e8c01bdff9051d7" providerId="LiveId" clId="{1F249AB1-F0FF-4052-A076-D5FE06ACC740}" dt="2025-12-18T14:49:15.730" v="124" actId="255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8:44.169" v="121" actId="255"/>
        <pc:sldMkLst>
          <pc:docMk/>
          <pc:sldMk cId="0" sldId="264"/>
        </pc:sldMkLst>
        <pc:spChg chg="mod">
          <ac:chgData name="Noel Jacob" userId="5e8c01bdff9051d7" providerId="LiveId" clId="{1F249AB1-F0FF-4052-A076-D5FE06ACC740}" dt="2025-12-18T14:48:44.169" v="121" actId="255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9:45.557" v="127" actId="255"/>
        <pc:sldMkLst>
          <pc:docMk/>
          <pc:sldMk cId="0" sldId="265"/>
        </pc:sldMkLst>
        <pc:spChg chg="mod">
          <ac:chgData name="Noel Jacob" userId="5e8c01bdff9051d7" providerId="LiveId" clId="{1F249AB1-F0FF-4052-A076-D5FE06ACC740}" dt="2025-12-18T14:42:34.398" v="106" actId="1037"/>
          <ac:spMkLst>
            <pc:docMk/>
            <pc:sldMk cId="0" sldId="265"/>
            <ac:spMk id="2" creationId="{00000000-0000-0000-0000-000000000000}"/>
          </ac:spMkLst>
        </pc:spChg>
        <pc:spChg chg="mod">
          <ac:chgData name="Noel Jacob" userId="5e8c01bdff9051d7" providerId="LiveId" clId="{1F249AB1-F0FF-4052-A076-D5FE06ACC740}" dt="2025-12-18T14:49:45.557" v="127" actId="255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Noel Jacob" userId="5e8c01bdff9051d7" providerId="LiveId" clId="{1F249AB1-F0FF-4052-A076-D5FE06ACC740}" dt="2025-12-18T14:49:29.957" v="125" actId="255"/>
        <pc:sldMkLst>
          <pc:docMk/>
          <pc:sldMk cId="877547142" sldId="266"/>
        </pc:sldMkLst>
        <pc:spChg chg="mod">
          <ac:chgData name="Noel Jacob" userId="5e8c01bdff9051d7" providerId="LiveId" clId="{1F249AB1-F0FF-4052-A076-D5FE06ACC740}" dt="2025-12-18T14:49:29.957" v="125" actId="255"/>
          <ac:spMkLst>
            <pc:docMk/>
            <pc:sldMk cId="877547142" sldId="266"/>
            <ac:spMk id="13" creationId="{8D7D13A7-7CFA-98A9-73E4-A8E218BC58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3553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96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AI PERSONAL TASK AUTOMATION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526650"/>
            <a:ext cx="45339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HACKSPHERE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5400" y="2933701"/>
            <a:ext cx="16383000" cy="3777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“PROBLEM STATEMENT”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r>
              <a:rPr lang="en-GB" sz="6600" dirty="0">
                <a:solidFill>
                  <a:schemeClr val="bg1"/>
                </a:solidFill>
              </a:rPr>
              <a:t>Build an AI agent to automate reminders, emails, and scheduling.</a:t>
            </a:r>
            <a:endParaRPr lang="en-US" sz="6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33600" y="2287593"/>
            <a:ext cx="13336421" cy="56499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“YOUR SOLUTION”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7300"/>
              </a:lnSpc>
            </a:pPr>
            <a:r>
              <a:rPr lang="en-GB" sz="6600" dirty="0">
                <a:solidFill>
                  <a:schemeClr val="bg1"/>
                </a:solidFill>
              </a:rPr>
              <a:t>An AI assistant that understands natural language.</a:t>
            </a:r>
            <a:br>
              <a:rPr lang="en-GB" sz="6600" dirty="0">
                <a:solidFill>
                  <a:schemeClr val="bg1"/>
                </a:solidFill>
              </a:rPr>
            </a:br>
            <a:r>
              <a:rPr lang="en-GB" sz="6600" dirty="0">
                <a:solidFill>
                  <a:schemeClr val="bg1"/>
                </a:solidFill>
              </a:rPr>
              <a:t>It automates calendar events, reminders, and emails.</a:t>
            </a:r>
            <a:endParaRPr lang="en-US" sz="6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43200" y="2034693"/>
            <a:ext cx="12726821" cy="6553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“INNOVATION &amp; USP”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ts val="7300"/>
              </a:lnSpc>
            </a:pPr>
            <a:r>
              <a:rPr lang="en-GB" sz="6600" dirty="0">
                <a:solidFill>
                  <a:schemeClr val="bg1"/>
                </a:solidFill>
              </a:rPr>
              <a:t>Agent-based AI with NLP-driven intent detection.</a:t>
            </a:r>
            <a:br>
              <a:rPr lang="en-GB" sz="6600" dirty="0">
                <a:solidFill>
                  <a:schemeClr val="bg1"/>
                </a:solidFill>
              </a:rPr>
            </a:br>
            <a:r>
              <a:rPr lang="en-GB" sz="6600" dirty="0">
                <a:solidFill>
                  <a:schemeClr val="bg1"/>
                </a:solidFill>
              </a:rPr>
              <a:t>Single interface for multiple productivity tools.</a:t>
            </a:r>
            <a:endParaRPr lang="en-US" sz="6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71800" y="1814258"/>
            <a:ext cx="12420601" cy="8425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“WORKFLOW DIAGRAM WITH TECH STACK”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User → NLP → LLM → API execution → Output automation.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LLM → task planning.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API agents → execution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Output → action completed. Can this be used for workflow diagram with tech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38400" y="2172649"/>
            <a:ext cx="13031621" cy="7886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“DATASETS USED”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en-IN" sz="6600" dirty="0">
                <a:solidFill>
                  <a:schemeClr val="bg1"/>
                </a:solidFill>
              </a:rPr>
              <a:t>Google Calendar | </a:t>
            </a:r>
            <a:r>
              <a:rPr lang="en-IN" sz="6600" dirty="0" err="1">
                <a:solidFill>
                  <a:schemeClr val="bg1"/>
                </a:solidFill>
              </a:rPr>
              <a:t>Todoist</a:t>
            </a:r>
            <a:r>
              <a:rPr lang="en-IN" sz="6600" dirty="0">
                <a:solidFill>
                  <a:schemeClr val="bg1"/>
                </a:solidFill>
              </a:rPr>
              <a:t> | Kaggle productivity datasets.</a:t>
            </a:r>
          </a:p>
          <a:p>
            <a:r>
              <a:rPr lang="en-IN" sz="6600" dirty="0">
                <a:solidFill>
                  <a:schemeClr val="bg1"/>
                </a:solidFill>
              </a:rPr>
              <a:t>To do list tasks datasets.</a:t>
            </a:r>
          </a:p>
          <a:p>
            <a:r>
              <a:rPr lang="en-IN" sz="6600" dirty="0">
                <a:solidFill>
                  <a:schemeClr val="bg1"/>
                </a:solidFill>
              </a:rPr>
              <a:t>Kaggle productivity datasets.</a:t>
            </a:r>
          </a:p>
          <a:p>
            <a:r>
              <a:rPr lang="en-IN" sz="6600" dirty="0">
                <a:solidFill>
                  <a:schemeClr val="bg1"/>
                </a:solidFill>
              </a:rPr>
              <a:t>Custom user task logs.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62200" y="2161109"/>
            <a:ext cx="13107821" cy="6871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“RESULT OBTAINED”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Reduced task time + improved scheduling accuracy.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Time spent reduced by automation.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Less human interruption.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62200" y="2287592"/>
            <a:ext cx="13107821" cy="7966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“WHY IT WINS”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Uniqueness | Real world usage | Scalable | High automation.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Solves real world problem.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Uses reliable API’s.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Highly scalable for future features.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Strong technical depth.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86000" y="2034693"/>
            <a:ext cx="13184021" cy="5934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“FUTURE SCOPE”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6600" dirty="0">
                <a:solidFill>
                  <a:schemeClr val="bg1"/>
                </a:solidFill>
              </a:rPr>
              <a:t>Voice agent | advanced decision logic | mobile integration.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6600" dirty="0">
                <a:solidFill>
                  <a:schemeClr val="bg1"/>
                </a:solidFill>
              </a:rPr>
              <a:t>Multi-language support.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6600" dirty="0">
                <a:solidFill>
                  <a:schemeClr val="bg1"/>
                </a:solidFill>
              </a:rPr>
              <a:t>Predictive prioritization.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0CFA-7B84-E46A-4835-59F8B5E6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A4E1CE-7703-955F-8DC6-EE41B4F74CE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DB50278-3082-52CE-0F69-C4D385296A9B}"/>
              </a:ext>
            </a:extLst>
          </p:cNvPr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7C08C4A-48B8-B06D-ECE5-113014AEBD76}"/>
                </a:ext>
              </a:extLst>
            </p:cNvPr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C879587-A540-ABD3-9446-E7E2D2EE69F0}"/>
                </a:ext>
              </a:extLst>
            </p:cNvPr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E3E40D4-5E97-0A81-E363-DF65FFF75268}"/>
              </a:ext>
            </a:extLst>
          </p:cNvPr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1E0AA77-939E-016A-3703-5BEF5D469486}"/>
                </a:ext>
              </a:extLst>
            </p:cNvPr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3828E80-C117-052B-A5FB-AD381D7DFAF2}"/>
                </a:ext>
              </a:extLst>
            </p:cNvPr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2BC0A0F-47CE-0D1F-826F-024CF7148CB8}"/>
              </a:ext>
            </a:extLst>
          </p:cNvPr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EE7D02E-0E05-4CC3-3A6D-26062D7929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9887D5B3-6FAA-4359-D672-7F99C3193ACF}"/>
              </a:ext>
            </a:extLst>
          </p:cNvPr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F70D60E-57CE-D37B-0DC6-C312DB82F5EE}"/>
              </a:ext>
            </a:extLst>
          </p:cNvPr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D7D13A7-7CFA-98A9-73E4-A8E218BC580B}"/>
              </a:ext>
            </a:extLst>
          </p:cNvPr>
          <p:cNvSpPr txBox="1"/>
          <p:nvPr/>
        </p:nvSpPr>
        <p:spPr>
          <a:xfrm>
            <a:off x="2514600" y="2161108"/>
            <a:ext cx="12955421" cy="6871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“CONCLUSION”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An AI agent that truly automates human task management.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Improves productivity.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6600" dirty="0">
                <a:solidFill>
                  <a:schemeClr val="bg1"/>
                </a:solidFill>
              </a:rPr>
              <a:t>Smart task planning automation.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87754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7000" y="2161109"/>
            <a:ext cx="12803021" cy="5616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“TEAM MEMBERS”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SANTHOSH R(25MML1011) 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SRICHARAN(25MML1010)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RANJANA MENON(25MAS1013)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NOEL JACOB BIJU(25MML1023)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ea typeface="Montserrat"/>
                <a:cs typeface="Montserrat"/>
                <a:sym typeface="Montserrat"/>
              </a:rPr>
              <a:t>YAHIYA(25MML1019)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299</Words>
  <Application>Microsoft Office PowerPoint</Application>
  <PresentationFormat>Custom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Source Serif Pro Bold</vt:lpstr>
      <vt:lpstr>Montserrat</vt:lpstr>
      <vt:lpstr>Calibri</vt:lpstr>
      <vt:lpstr>Arial</vt:lpstr>
      <vt:lpstr>Playfair Display Bold</vt:lpstr>
      <vt:lpstr>Libre Franklin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cp:lastModifiedBy>Noel Jacob</cp:lastModifiedBy>
  <cp:revision>9</cp:revision>
  <dcterms:created xsi:type="dcterms:W3CDTF">2006-08-16T00:00:00Z</dcterms:created>
  <dcterms:modified xsi:type="dcterms:W3CDTF">2025-12-18T14:49:47Z</dcterms:modified>
  <dc:identifier>DAG7o8SITjs</dc:identifier>
</cp:coreProperties>
</file>